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PULSE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697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charge intelligence for EV drivers in Nairobi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11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your-lovable-url.app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github.com/your-repo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CITY CLIMATE ACTION HACKATHON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383280" cy="3383280"/>
          </a:xfrm>
          <a:prstGeom prst="ellipse">
            <a:avLst/>
          </a:prstGeom>
          <a:ln w="254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828800"/>
            <a:ext cx="2468880" cy="2468880"/>
          </a:xfrm>
          <a:prstGeom prst="ellipse">
            <a:avLst/>
          </a:prstGeom>
          <a:solidFill>
            <a:srgbClr val="161B22"/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6791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3355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EV Pulse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driver's live battery, route, and position, then proactively recommends the single best charging or swap point before range becomes a problem.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71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4015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drivers in Nairobi navigating a charging network that's still sparse, uneven, and easy to get stranded 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188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range anxiety accelerates EV adoption, and better-informed charging behaviour eases pressure on an already uneven grid.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Demo — Live Interaction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589520" cy="41148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2788920"/>
            <a:ext cx="822960" cy="822960"/>
          </a:xfrm>
          <a:prstGeom prst="ellipse">
            <a:avLst/>
          </a:prstGeom>
          <a:solidFill>
            <a:srgbClr val="1C23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4197096" y="3017520"/>
            <a:ext cx="365760" cy="365760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703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screen recording here (Start Drive → alert → recommendation)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58200" y="155448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5820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Drive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58200" y="2176272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157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draining live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2798064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779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alert fires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58200" y="3419856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appears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947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show: the calm state, then the moment charge drops below the safe threshold and the recommendation card slides in.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Demand Layer — Kepler.gl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2834640"/>
            <a:ext cx="822960" cy="822960"/>
          </a:xfrm>
          <a:prstGeom prst="ellipse">
            <a:avLst/>
          </a:prstGeom>
          <a:solidFill>
            <a:srgbClr val="1C23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3739896" y="3063240"/>
            <a:ext cx="365760" cy="365760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749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Kepler.gl video or screenshots here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20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visualization represents the demand-hotspot intelligence behind the business model — where charging demand is highest relative to existing coverage across Nairobi.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33375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live app — this is the site-selection layer sold to real estate developers and entrepreneurs as a separate B2B product.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Triage Engine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949440" cy="41148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618488"/>
            <a:ext cx="64373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remainingKm = routeDistance - traveled;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projectedSoC = soc -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(remainingKm * consumptionRate / capacity) * 100;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(projectedSoC &lt; SAFE_THRESHOLD)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best = stations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.filter(s =&gt; distanceAhead(s) &lt;= 800)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.sort(byScore) // reliability, wait time, detour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[0];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triggerRecommendation(best);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18120" y="167335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0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rule-based logic — no external calls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18120" y="2569464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every ~250m of simulated travel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3465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0" y="3319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threshold: 20% projected charge on arrival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4361688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0" y="42153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candidates by reliability, wait time, detour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Advisor — LLM-Phrased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664208"/>
            <a:ext cx="48828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advice = await callLLM({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station: best,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soc: projectedSoC,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currentPosition,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LLM only writes the sentence —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station selection stays rule-based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only when the triage engine actually fires — not continuously — to keep usage minimal.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C232C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9933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A5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93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AI-ADVISED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“Charge drops to ~14% before Karen. Swap in 650m: Kilimani Fast-Charge — 96% reliability, no wait.”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Stations, route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waypoints, vehicle profile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7764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wait, detour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gauge, live map,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4846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5010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5394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the advisory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only — called on trigger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429000"/>
            <a:ext cx="685800" cy="0"/>
          </a:xfrm>
          <a:prstGeom prst="line">
            <a:avLst/>
          </a:prstGeom>
          <a:noFill/>
          <a:ln w="25400">
            <a:solidFill>
              <a:srgbClr val="2B33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3429000"/>
            <a:ext cx="685800" cy="0"/>
          </a:xfrm>
          <a:prstGeom prst="line">
            <a:avLst/>
          </a:prstGeom>
          <a:noFill/>
          <a:ln w="25400">
            <a:solidFill>
              <a:srgbClr val="2B33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4846320"/>
            <a:ext cx="0" cy="-640080"/>
          </a:xfrm>
          <a:prstGeom prst="line">
            <a:avLst/>
          </a:prstGeom>
          <a:noFill/>
          <a:ln w="25400">
            <a:solidFill>
              <a:srgbClr val="2B333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677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your-lovable-url.app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221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github.com/your-repo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577840" y="16459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B3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331720"/>
            <a:ext cx="1005840" cy="1005840"/>
          </a:xfrm>
          <a:prstGeom prst="roundRect">
            <a:avLst>
              <a:gd name="adj" fmla="val 5455"/>
            </a:avLst>
          </a:prstGeom>
          <a:ln w="19050">
            <a:solidFill>
              <a:srgbClr val="22D3E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5778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QR code here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Pulse — AI × City Climate Action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2026-08-31T06:25:11Z</dcterms:created>
  <dcterms:modified xsi:type="dcterms:W3CDTF">2026-08-31T06:25:11Z</dcterms:modified>
</cp:coreProperties>
</file>